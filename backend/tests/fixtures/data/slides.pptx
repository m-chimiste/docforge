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presentation provides a high-level overview of the project status and key metrics for the current reporting period.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Data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6096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$140,000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